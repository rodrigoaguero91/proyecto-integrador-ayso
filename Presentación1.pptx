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A0643-0DD2-29A1-0BF1-933B90876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41D323-9D63-DB78-1EB9-88D7B1C28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77AF2E-418F-41B4-0FEC-B8FEEE83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A5A1D4-23DF-97E6-246F-763B54B0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B36190-3274-5FF9-56AD-C7DE145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067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20DAE-ED73-29ED-474E-AD67307F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B3A5DC-6247-EF9F-6F30-3910704A6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24DFE4-405C-C65F-F632-B402C951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5151DF-DBBC-EA57-EB39-64E7A685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D08889-59C5-41D9-E283-4910555ED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398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27DCC-B9D3-6F12-F727-645D7915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BF1FD2-EC6B-DFF4-F263-DF6B2C03A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54FD2A-66E7-9031-813E-1A8C0960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F99648-4B4F-5573-0615-B9EFC4B7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3F0D0B-B2DF-425A-5ECD-22166641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098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DDD76-2FD9-2EFE-D41D-35B0DBA70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4E2018-844C-B3C2-6058-07E54D5E8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575C07-776F-8CCE-B45C-019DC7C5D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CC20B1-0483-09E3-22A6-3F6680CD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1111FB-12ED-CD07-7326-DD289711F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D99969-4BA3-859F-C2E3-867F72BE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800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A9E2F-EDEE-1A51-EFFD-E2689EC8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C5BA00-ED84-619E-729A-03909C13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E5F9FD-59C0-2D36-0473-EAD2395CF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B29D33-FDAA-6ACD-0AEB-046E5A177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4F0BD5-733B-6718-C06B-F7E382F9A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1F0588-4EF3-1E4F-66C3-A0EBFEE1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EB68DA-0D49-0119-E641-E982F920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5CEA7F0-23C0-7B8F-D3AA-F13C55A1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7854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AFAEB-93C4-5C65-EC04-925858C8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5F6185-CCBF-3223-40C0-E7CD278F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A9EBBD-C0D3-4BD3-7CF1-FB94C1A2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9C86F8-AFD1-2676-E3C7-1A0E9CAAD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8935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95650CE-C556-8576-412A-A47E6270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499AFF-C387-2D52-F211-F3677C43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0F79D2-1487-93EC-D5C4-9137DCD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24821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2924D-3874-3BE4-62D2-542EF0911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7BD459-F238-51F5-F518-BC6BB3538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63126A-4902-DD51-1DB3-A76715E1B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EFD33D-7989-0CA0-5630-73CB506A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0942AB-1AC8-9C15-32E5-DCB5D981D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821D74-05E8-FBC3-003B-4DACD4AC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819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C08656-9F84-A95E-F252-81DBF0FA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4F9888-882D-F759-9F32-8DDC2C5301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8B6307-3E1B-F3F6-9116-4501478A9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68C112-4706-8B00-1963-5649063F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B9827F-FD2A-6E3D-30D5-58DD742A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A64549-E2DD-BB82-37D0-06351B48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7114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473E5-DADC-BA8F-B961-0B9F2A2CF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457FDD-6C96-BD6E-A122-DBD61F888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72FFC7-BDD6-CE19-8F6E-FD855418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3ED004-1920-308E-BBA7-3866F208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A9F1F-9A94-86FA-1BD7-CFFAAC91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26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97934D-0674-3B05-3190-F00C20CBE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4B685D-E842-335B-866E-5891F9E13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30CF40-8B7E-C37F-BB32-93BA014E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0FB458-90C6-14AE-1A5E-96D11255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58E29E-81F3-7536-A914-DA9CC5B94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280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C9B8C1-A56E-017E-F3B6-B49AD2964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8AF9E9-D7C1-D999-EF70-D1574D60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4A2ECB-D130-BC74-1CFF-FA57E20BD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7D397-F5C5-4E34-9CB8-DA9B243D7C1E}" type="datetimeFigureOut">
              <a:rPr lang="es-AR" smtClean="0"/>
              <a:t>22/6/2025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4E40E9-45F5-B3EA-4F3B-C6136DB8E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FF0745-AD55-7EB8-087D-362C2B0DA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828ED-7A9B-41A3-AD83-3D3712259E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554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AC97FB-EF58-3872-8DC7-C43614ED4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27A22C-D02D-9C22-9C03-0EFFE227CE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 descr="Interfaz de usuario gráfica, Texto, Aplicación, Carta&#10;&#10;El contenido generado por IA puede ser incorrecto.">
            <a:extLst>
              <a:ext uri="{FF2B5EF4-FFF2-40B4-BE49-F238E27FC236}">
                <a16:creationId xmlns:a16="http://schemas.microsoft.com/office/drawing/2014/main" id="{F0D56118-05C4-93D7-175E-F18237A18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826" y="0"/>
            <a:ext cx="9700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7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1FB0A4A-B8CA-70B6-7C1F-1E733958A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13" y="0"/>
            <a:ext cx="9716991" cy="6869901"/>
          </a:xfrm>
        </p:spPr>
      </p:pic>
    </p:spTree>
    <p:extLst>
      <p:ext uri="{BB962C8B-B14F-4D97-AF65-F5344CB8AC3E}">
        <p14:creationId xmlns:p14="http://schemas.microsoft.com/office/powerpoint/2010/main" val="2521538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140B7588-9D14-39B1-DBBD-7CC9FCED7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232" y="8546"/>
            <a:ext cx="9688070" cy="6849454"/>
          </a:xfrm>
        </p:spPr>
      </p:pic>
    </p:spTree>
    <p:extLst>
      <p:ext uri="{BB962C8B-B14F-4D97-AF65-F5344CB8AC3E}">
        <p14:creationId xmlns:p14="http://schemas.microsoft.com/office/powerpoint/2010/main" val="1481659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D725E757-11EA-602C-DF57-078BCCB75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1" y="0"/>
            <a:ext cx="9700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7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42DCF57E-FCA1-30E0-2E7E-9F072B98D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1" y="0"/>
            <a:ext cx="9700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0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CE185B08-519B-B8D6-2FCF-BA8710051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45" y="0"/>
            <a:ext cx="9683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13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943E8FF2-B363-1075-5DC1-4BF78EAE6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45" y="0"/>
            <a:ext cx="9683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26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D1DD8526-8CE4-6034-395B-B1A07464B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45" y="0"/>
            <a:ext cx="9683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94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72753FAC-76C9-0D15-6F13-E9AC3A932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45" y="0"/>
            <a:ext cx="9683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50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CE1638BE-505D-4158-A289-6746C0852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45" y="0"/>
            <a:ext cx="9683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03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E0A3CDEA-0363-B721-4B71-39A31EE2B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789" y="0"/>
            <a:ext cx="9672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56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CB96CD36-BB8A-B5A7-6C13-A346A8074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45" y="0"/>
            <a:ext cx="9683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40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28E77986-DEF0-B479-19EC-E9BC7BC82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45" y="0"/>
            <a:ext cx="9683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831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541132961013</dc:creator>
  <cp:lastModifiedBy>541132961013</cp:lastModifiedBy>
  <cp:revision>1</cp:revision>
  <dcterms:created xsi:type="dcterms:W3CDTF">2025-06-22T22:36:12Z</dcterms:created>
  <dcterms:modified xsi:type="dcterms:W3CDTF">2025-06-22T22:52:54Z</dcterms:modified>
</cp:coreProperties>
</file>